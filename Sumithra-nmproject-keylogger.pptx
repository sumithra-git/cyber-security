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4/5/2024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4/5/2024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KEYLOGGER </a:t>
            </a: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security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SUMITHRA A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CARE College of Engineering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AI&amp;DS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 (Output Image)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02155"/>
            <a:ext cx="11029615" cy="531175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Keyloggers are malicious software or hardware devices designed to covertly record keystrokes on a computer or mobile device.</a:t>
            </a:r>
          </a:p>
          <a:p>
            <a:pPr marL="0" indent="0">
              <a:buNone/>
            </a:pPr>
            <a:r>
              <a:rPr lang="en-US" sz="2400" dirty="0"/>
              <a:t>
</a:t>
            </a:r>
            <a:r>
              <a:rPr lang="en-US" sz="2400" b="1" dirty="0"/>
              <a:t>REAL-WORLD PROBLEM: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years, there has been a significant rise in cyberattacks involving keyloggers, leading to widespread data breaches, financial losses, and identity theft.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386840"/>
            <a:ext cx="11613485" cy="514443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>
              <a:lnSpc>
                <a:spcPct val="150000"/>
              </a:lnSpc>
            </a:pPr>
            <a:endParaRPr lang="en-IN" sz="1200" b="1" dirty="0">
              <a:latin typeface="Calibri"/>
              <a:cs typeface="Calibri"/>
            </a:endParaRPr>
          </a:p>
          <a:p>
            <a:pPr marL="305435" indent="-305435"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solution involves implementing comprehensive cybersecurity measures to detect and prevent keylogger attacks.
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solution: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Deploying robust antivirus software, firewalls, intrusion detection systems, and encryption technologies can help safeguard against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threats.
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Antivirus and Anti-malware Software: Regularly updated antivirus programs can scan for and remove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malware from infected devices.</a:t>
            </a:r>
          </a:p>
          <a:p>
            <a:pPr marL="305435" indent="-305435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Protection: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Firewalls block unauthorized access to networks and prevent malicious software, including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from communicating with external servers.
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Security: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detection and response (EDR) solutions monitor and analyze system behavior to identify suspicious activities indicative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activity.
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Technologies: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Encrypting sensitive data stored on devices and transmitted over networks ensures that even if intercepted by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information remains unintelligible to attackers.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41120"/>
            <a:ext cx="11029615" cy="452507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
</a:t>
            </a:r>
            <a:r>
              <a:rPr lang="en-US" sz="2000" b="1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Machine Learning Algorithms: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can be trained to recognize patterns of keylogger behavior and distinguish between legitimate and malicious keystroke activity.
</a:t>
            </a: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ii)</a:t>
            </a:r>
            <a:r>
              <a:rPr lang="en-IN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Security Solutions: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Leveraging cloud computing infrastructure enables real-time monitoring and analysis of keystroke data across multiple devices and platforms.
</a:t>
            </a: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iii)</a:t>
            </a:r>
            <a:r>
              <a:rPr lang="en-IN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security solutions that are compatible with various operating systems (Windows, macOS, Linux, Android, iOS) ensures comprehensive protection across diverse environments.</a:t>
            </a:r>
            <a:endParaRPr lang="en-IN" sz="20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5" cy="467332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Analysis: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analyze user typing patterns, application usage, and context to identify anomalies indicative of keylogger activity.
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Detection: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databases of known keylogger signatures to detect and block malicious software before it can compromise system integrity.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
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Agent-Based Deployment: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lightweight agent software on endpoints to continuously monitor and protect against keylogger threats without significant performance impact.
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centralized management consoles for administering security policies, conducting threat analysis, and generating alerts in real-time.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an output image showcasing the system’s dashboard or user interface, demonstrating: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 alerts
Graphical representations of keylogger activity
Summary of security events and incident reports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F81D7-7206-77F1-E88C-7448CD65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10" y="4957731"/>
            <a:ext cx="5268060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SUMMARY:</a:t>
            </a:r>
          </a:p>
          <a:p>
            <a:pPr marL="305435" indent="-305435"/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Keyloggers pose a significant threat to individuals, businesses, and organizations, leading to financial losses, data breaches, and privacy violations.</a:t>
            </a:r>
          </a:p>
          <a:p>
            <a:pPr marL="305435" indent="-305435"/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Implementing proactive cybersecurity measures is essential to detect and prevent </a:t>
            </a:r>
            <a:r>
              <a:rPr lang="en-US" sz="2000" dirty="0" err="1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keylogger</a:t>
            </a:r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attacks and safeguard sensitive information.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CALL TO ACTION:</a:t>
            </a:r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
 Encourage stakeholders to prioritize cybersecurity awareness, adopt best practices for safe computing, and invest in robust security solutions to mitigate keylogger risks.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Trends: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AI-driven analytics and behavioral biometrics for real-time monitoring and adaptive threat response.
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Zero-Trust Architecture: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Adoption of zero-trust security frameworks to verify user identities and device integrity before granting access to sensitive resources.
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Quantum-Safe Cryptography: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and development of encryption algorithms resistant to quantum computing threats, ensuring long-term data protection against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attacks.</a:t>
            </a:r>
          </a:p>
          <a:p>
            <a:pPr marL="305435" indent="-305435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82520"/>
            <a:ext cx="11029615" cy="4673324"/>
          </a:xfrm>
        </p:spPr>
        <p:txBody>
          <a:bodyPr>
            <a:normAutofit/>
          </a:bodyPr>
          <a:lstStyle/>
          <a:p>
            <a:pPr marL="305435" indent="-305435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sources, research papers, and case studies cited in the presentation for further reading and verification.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162bd5b-4ed9-4da3-b376-05204580ba3f"/>
    <ds:schemaRef ds:uri="c0fa2617-96bd-425d-8578-e93563fe37c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www.w3.org/2000/xmlns/"/>
    <ds:schemaRef ds:uri="9162bd5b-4ed9-4da3-b376-05204580ba3f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658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</vt:lpstr>
      <vt:lpstr>Wingdings 2</vt:lpstr>
      <vt:lpstr>DividendVTI</vt:lpstr>
      <vt:lpstr>KEYLOGGER and security </vt:lpstr>
      <vt:lpstr>OUTLINE</vt:lpstr>
      <vt:lpstr>  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Sumithra Ashok Kumar</cp:lastModifiedBy>
  <cp:revision>29</cp:revision>
  <dcterms:created xsi:type="dcterms:W3CDTF">2021-05-26T16:50:10Z</dcterms:created>
  <dcterms:modified xsi:type="dcterms:W3CDTF">2024-04-05T08:12:04Z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